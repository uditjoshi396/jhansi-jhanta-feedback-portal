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3366"/>
                </a:solidFill>
              </a:rPr>
              <a:t>Janata Feedback Portal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A Comprehensive Grievance Management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99999"/>
                </a:solidFill>
              </a:rPr>
              <a:t>Built with React, Node.js, Express, and MongoDB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Project 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Purpose: 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Platform for citizens to submit grievances and track their status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Target Users: 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Citizens, Government Officers, Administrators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Technology Stack: 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React, Node.js, Express, MongoDB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Key Features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User Authentication (JWT-based)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Role-Based Access Control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Grievance Submission &amp; Tracking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Real-time Status Updates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File Attachments Support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Email Notifications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Social Authentication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Responsive Design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Admin Dashboard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00"/>
                </a:solidFill>
              </a:rPr>
              <a:t>Frontend (React)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60000"/>
                </a:solidFill>
              </a:rPr>
              <a:t>Backend (Node.js/Express)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0" y="2286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66"/>
                </a:solidFill>
              </a:rPr>
              <a:t>Database (MongoDB)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1645920"/>
            <a:ext cx="0" cy="4572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2011680"/>
            <a:ext cx="27432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0" y="2011680"/>
            <a:ext cx="27432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User Roles &amp; Permissions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Citizen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0" y="10972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Submit grievances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Track status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View own grievances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Officer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0" y="2194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View assigned grievances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2468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Update status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0" y="2743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Add comments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Admin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432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Manage users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3566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Assign grievances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3840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• Full system access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API Endpoints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POST /api/auth/register - User registration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POST /api/auth/login - User login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POST /api/grievances/create - Create grievance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GET /api/grievances/my - Get user grievances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PUT /api/grievances/update/:id - Update status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Setup &amp; Deployment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Prerequisites: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Node.js (v14+)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MongoDB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npm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00"/>
                </a:solidFill>
              </a:rPr>
              <a:t>Automated Setup Scripts Available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Future Enhancements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AI-powered grievance categorization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Mobile app development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Advanced analytics dashboard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Integration with government APIs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Multi-language support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• Blockchain for transparency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366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The Janata Feedback Portal provides a robust, scalable solution for citizen-government interaction, promoting transparency and efficient grievance resolution.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Built with modern technologies and best practices for reliability and user experience.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2025-11-18T07:59:40Z</dcterms:created>
  <dcterms:modified xsi:type="dcterms:W3CDTF">2025-11-18T07:59:40Z</dcterms:modified>
</cp:coreProperties>
</file>