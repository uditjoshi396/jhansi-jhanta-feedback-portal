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Janata Feedback Portal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Comprehensive Grievance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Built with React, Node.js, Express, and MongoDB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Purpose: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Platform for citizens to submit grievances and track their status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Target Users: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Citizens, Government Officers, Administrators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Technology Stack: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React, Node.js, Express, MongoDB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User Authentication (JWT-based)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Role-Based Access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Grievance Submission &amp;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Real-time Status Updates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File Attachments 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Email Notifications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Social Authentication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Responsive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Admin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00"/>
                </a:solidFill>
              </a:rPr>
              <a:t>Frontend (React)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0000"/>
                </a:solidFill>
              </a:rPr>
              <a:t>Backend (Node.js/Express)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66"/>
                </a:solidFill>
              </a:rPr>
              <a:t>Database (MongoDB)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645920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011680"/>
            <a:ext cx="27432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011680"/>
            <a:ext cx="27432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User Roles &amp; Permissions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Citizen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Submit grievances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Track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View own grievances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Officer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View assigned grievances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Update 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Add comments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Manage 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Assign grievances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Full system access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API Endpoints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POST /api/auth/register - User registration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POST /api/auth/login - User login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POST /api/grievances/create - Create grievance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GET /api/grievances/my - Get user grievances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PUT /api/grievances/update/:id - Update status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Setup &amp;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Prerequisites: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Node.js (v14+)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MongoDB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npm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00"/>
                </a:solidFill>
              </a:rPr>
              <a:t>Automated Setup Scripts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AI-powered grievance categorization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Mobile app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Advanced analytics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Integration with government APIs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Multi-language 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Blockchain for transparency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The Janata Feedback Portal provides a robust, scalable solution for citizen-government interaction, promoting transparency and efficient grievance resolution.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Built with modern technologies and best practices for reliability and user experience.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2026-03-16T10:45:22Z</dcterms:created>
  <dcterms:modified xsi:type="dcterms:W3CDTF">2026-03-16T10:45:22Z</dcterms:modified>
</cp:coreProperties>
</file>